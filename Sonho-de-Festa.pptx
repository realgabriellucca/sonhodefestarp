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6483350" cy="9170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258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A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" y="5126931"/>
            <a:ext cx="6263640" cy="20082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0" u="none" dirty="0" err="1">
                <a:solidFill>
                  <a:srgbClr val="525252"/>
                </a:solidFill>
                <a:latin typeface="Arial"/>
              </a:rPr>
              <a:t>Somos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a </a:t>
            </a:r>
            <a:r>
              <a:rPr lang="pt-BR" sz="1650" b="0" u="none" dirty="0">
                <a:solidFill>
                  <a:srgbClr val="525252"/>
                </a:solidFill>
                <a:latin typeface="Arial"/>
              </a:rPr>
              <a:t>Sonho de Festa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,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especialistas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em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criar</a:t>
            </a:r>
            <a:br>
              <a:rPr dirty="0"/>
            </a:br>
            <a:r>
              <a:rPr dirty="0"/>
              <a:t>ambientes </a:t>
            </a:r>
            <a:r>
              <a:rPr dirty="0" err="1"/>
              <a:t>afetivos</a:t>
            </a:r>
            <a:r>
              <a:rPr dirty="0"/>
              <a:t>, </a:t>
            </a:r>
            <a:r>
              <a:rPr dirty="0" err="1"/>
              <a:t>elegantes</a:t>
            </a:r>
            <a:r>
              <a:rPr dirty="0"/>
              <a:t> e </a:t>
            </a:r>
            <a:r>
              <a:rPr dirty="0" err="1"/>
              <a:t>personalizados</a:t>
            </a:r>
            <a:r>
              <a:rPr dirty="0"/>
              <a:t> para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tipos</a:t>
            </a:r>
            <a:br>
              <a:rPr dirty="0"/>
            </a:br>
            <a:r>
              <a:rPr dirty="0"/>
              <a:t>de </a:t>
            </a:r>
            <a:r>
              <a:rPr dirty="0" err="1"/>
              <a:t>celebrações</a:t>
            </a:r>
            <a:r>
              <a:rPr dirty="0"/>
              <a:t>: festas </a:t>
            </a:r>
            <a:r>
              <a:rPr dirty="0" err="1"/>
              <a:t>infantis</a:t>
            </a:r>
            <a:r>
              <a:rPr dirty="0"/>
              <a:t>, </a:t>
            </a:r>
            <a:r>
              <a:rPr dirty="0" err="1"/>
              <a:t>adultas</a:t>
            </a:r>
            <a:r>
              <a:rPr dirty="0"/>
              <a:t>, e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.</a:t>
            </a:r>
            <a:br>
              <a:rPr dirty="0"/>
            </a:b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detalhe</a:t>
            </a:r>
            <a:r>
              <a:rPr dirty="0"/>
              <a:t> é </a:t>
            </a:r>
            <a:r>
              <a:rPr dirty="0" err="1"/>
              <a:t>pensado</a:t>
            </a:r>
            <a:r>
              <a:rPr dirty="0"/>
              <a:t> com </a:t>
            </a:r>
            <a:r>
              <a:rPr dirty="0" err="1"/>
              <a:t>carinho</a:t>
            </a:r>
            <a:r>
              <a:rPr dirty="0"/>
              <a:t> para </a:t>
            </a:r>
            <a:r>
              <a:rPr dirty="0" err="1"/>
              <a:t>refletir</a:t>
            </a:r>
            <a:r>
              <a:rPr dirty="0"/>
              <a:t> a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história</a:t>
            </a:r>
            <a:r>
              <a:rPr dirty="0"/>
              <a:t>, </a:t>
            </a:r>
            <a:r>
              <a:rPr dirty="0" err="1"/>
              <a:t>seu</a:t>
            </a:r>
            <a:br>
              <a:rPr dirty="0"/>
            </a:br>
            <a:r>
              <a:rPr dirty="0" err="1"/>
              <a:t>estilo</a:t>
            </a:r>
            <a:r>
              <a:rPr dirty="0"/>
              <a:t> e o </a:t>
            </a:r>
            <a:r>
              <a:rPr dirty="0" err="1"/>
              <a:t>clima</a:t>
            </a:r>
            <a:r>
              <a:rPr dirty="0"/>
              <a:t> </a:t>
            </a:r>
            <a:r>
              <a:rPr dirty="0" err="1"/>
              <a:t>único</a:t>
            </a:r>
            <a:r>
              <a:rPr dirty="0"/>
              <a:t> da </a:t>
            </a:r>
            <a:r>
              <a:rPr dirty="0" err="1"/>
              <a:t>sua</a:t>
            </a:r>
            <a:r>
              <a:rPr dirty="0"/>
              <a:t> festa.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013448"/>
            <a:ext cx="6126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 u="none">
                <a:solidFill>
                  <a:srgbClr val="525252"/>
                </a:solidFill>
                <a:latin typeface="Arial"/>
              </a:rPr>
              <a:t>Escolha o pacote ideal para o seu evento!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7244272"/>
            <a:ext cx="6336792" cy="14311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50" b="0" u="none" dirty="0">
                <a:solidFill>
                  <a:srgbClr val="525252"/>
                </a:solidFill>
                <a:latin typeface="Arial"/>
              </a:rPr>
              <a:t>Na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Doce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Lembrança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Decorações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,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oferecemos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lang="pt-BR" sz="1650" b="0" u="none" dirty="0">
                <a:solidFill>
                  <a:srgbClr val="525252"/>
                </a:solidFill>
                <a:latin typeface="Arial"/>
              </a:rPr>
              <a:t>4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opções</a:t>
            </a:r>
            <a:r>
              <a:rPr sz="1650" b="0" u="none" dirty="0">
                <a:solidFill>
                  <a:srgbClr val="525252"/>
                </a:solidFill>
                <a:latin typeface="Arial"/>
              </a:rPr>
              <a:t> de </a:t>
            </a:r>
            <a:r>
              <a:rPr sz="1650" b="0" u="none" dirty="0" err="1">
                <a:solidFill>
                  <a:srgbClr val="525252"/>
                </a:solidFill>
                <a:latin typeface="Arial"/>
              </a:rPr>
              <a:t>pacotes</a:t>
            </a:r>
            <a:br>
              <a:rPr dirty="0"/>
            </a:br>
            <a:r>
              <a:rPr dirty="0"/>
              <a:t>para o </a:t>
            </a:r>
            <a:r>
              <a:rPr dirty="0" err="1"/>
              <a:t>espaço</a:t>
            </a:r>
            <a:r>
              <a:rPr dirty="0"/>
              <a:t> de festas </a:t>
            </a:r>
            <a:r>
              <a:rPr dirty="0" err="1"/>
              <a:t>escolhido</a:t>
            </a:r>
            <a:r>
              <a:rPr dirty="0"/>
              <a:t>, </a:t>
            </a:r>
            <a:r>
              <a:rPr dirty="0" err="1"/>
              <a:t>pensados</a:t>
            </a:r>
            <a:r>
              <a:rPr dirty="0"/>
              <a:t> para </a:t>
            </a:r>
            <a:r>
              <a:rPr dirty="0" err="1"/>
              <a:t>atender</a:t>
            </a:r>
            <a:r>
              <a:rPr dirty="0"/>
              <a:t> </a:t>
            </a:r>
            <a:r>
              <a:rPr dirty="0" err="1"/>
              <a:t>diferentes</a:t>
            </a:r>
            <a:br>
              <a:rPr dirty="0"/>
            </a:br>
            <a:r>
              <a:rPr dirty="0" err="1"/>
              <a:t>necessidades</a:t>
            </a:r>
            <a:r>
              <a:rPr dirty="0"/>
              <a:t> e </a:t>
            </a:r>
            <a:r>
              <a:rPr dirty="0" err="1"/>
              <a:t>estilos</a:t>
            </a:r>
            <a:r>
              <a:rPr dirty="0"/>
              <a:t>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77A0262-14FC-4321-85BD-E450F9A55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" y="-935918"/>
            <a:ext cx="6483350" cy="5800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A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8BC705F4-2D6D-4700-81C3-6723832BB9A3}"/>
              </a:ext>
            </a:extLst>
          </p:cNvPr>
          <p:cNvSpPr txBox="1"/>
          <p:nvPr/>
        </p:nvSpPr>
        <p:spPr>
          <a:xfrm>
            <a:off x="73152" y="100398"/>
            <a:ext cx="6236208" cy="168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u="sng" dirty="0">
                <a:solidFill>
                  <a:srgbClr val="525252"/>
                </a:solidFill>
                <a:latin typeface="Arial"/>
              </a:rPr>
              <a:t>Pacote Básico </a:t>
            </a:r>
          </a:p>
          <a:p>
            <a:pPr algn="ctr"/>
            <a:r>
              <a:rPr lang="pt-BR" sz="1800" b="1" u="sng" dirty="0">
                <a:solidFill>
                  <a:srgbClr val="525252"/>
                </a:solidFill>
                <a:latin typeface="Arial"/>
              </a:rPr>
              <a:t>Valor do investimento: a partir de $290,00 + Taxa de deslocamento</a:t>
            </a:r>
          </a:p>
          <a:p>
            <a:pPr algn="ctr"/>
            <a:endParaRPr lang="pt-BR" sz="1580" dirty="0">
              <a:solidFill>
                <a:srgbClr val="525252"/>
              </a:solidFill>
              <a:latin typeface="Arial"/>
            </a:endParaRPr>
          </a:p>
          <a:p>
            <a:pPr algn="ctr"/>
            <a:r>
              <a:rPr lang="pt-BR" sz="1580" b="0" u="none" dirty="0">
                <a:solidFill>
                  <a:srgbClr val="525252"/>
                </a:solidFill>
                <a:latin typeface="Arial"/>
              </a:rPr>
              <a:t>Perfeito para quem busca uma decoração linda, cheia de charme</a:t>
            </a:r>
            <a:br>
              <a:rPr lang="pt-BR" dirty="0"/>
            </a:br>
            <a:r>
              <a:rPr lang="pt-BR" dirty="0"/>
              <a:t>com um tamanho menor mas com muito encanto.</a:t>
            </a:r>
            <a:endParaRPr lang="pt-BR" sz="1800" b="1" u="sng" dirty="0">
              <a:solidFill>
                <a:srgbClr val="525252"/>
              </a:solidFill>
              <a:latin typeface="Arial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1930BAF-68D3-4C39-B29E-AAC242F55AB8}"/>
              </a:ext>
            </a:extLst>
          </p:cNvPr>
          <p:cNvSpPr txBox="1"/>
          <p:nvPr/>
        </p:nvSpPr>
        <p:spPr>
          <a:xfrm>
            <a:off x="184258" y="2557669"/>
            <a:ext cx="6144768" cy="220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Painel</a:t>
            </a:r>
            <a:r>
              <a:rPr dirty="0"/>
              <a:t> </a:t>
            </a:r>
            <a:r>
              <a:rPr lang="pt-BR" dirty="0"/>
              <a:t>principal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escolhido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1 arco de </a:t>
            </a:r>
            <a:r>
              <a:rPr dirty="0" err="1"/>
              <a:t>balões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lateral do </a:t>
            </a:r>
            <a:r>
              <a:rPr dirty="0" err="1"/>
              <a:t>painel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</a:t>
            </a:r>
            <a:r>
              <a:rPr lang="pt-BR" dirty="0"/>
              <a:t>2</a:t>
            </a:r>
            <a:r>
              <a:rPr dirty="0"/>
              <a:t> cores.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trio de </a:t>
            </a:r>
            <a:r>
              <a:rPr dirty="0" err="1"/>
              <a:t>cilindros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cores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tapete.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boleira, doceiras e bandejas  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vaso</a:t>
            </a:r>
            <a:r>
              <a:rPr dirty="0"/>
              <a:t> com </a:t>
            </a:r>
            <a:r>
              <a:rPr dirty="0" err="1"/>
              <a:t>arranjo</a:t>
            </a:r>
            <a:r>
              <a:rPr dirty="0"/>
              <a:t> artificial.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displeys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itens</a:t>
            </a:r>
            <a:r>
              <a:rPr dirty="0"/>
              <a:t> </a:t>
            </a:r>
            <a:r>
              <a:rPr dirty="0" err="1"/>
              <a:t>decorativo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montagem</a:t>
            </a:r>
            <a:r>
              <a:rPr dirty="0"/>
              <a:t> e </a:t>
            </a:r>
            <a:r>
              <a:rPr dirty="0" err="1"/>
              <a:t>desmontagem</a:t>
            </a:r>
            <a:endParaRPr lang="pt-BR" dirty="0"/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3C23797D-4FA3-4052-8CD2-8B1657FFFDF5}"/>
              </a:ext>
            </a:extLst>
          </p:cNvPr>
          <p:cNvSpPr/>
          <p:nvPr/>
        </p:nvSpPr>
        <p:spPr>
          <a:xfrm>
            <a:off x="182880" y="5461597"/>
            <a:ext cx="2624328" cy="3182112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9A549CA-E95A-408E-8DC3-210E3ECDDB68}"/>
              </a:ext>
            </a:extLst>
          </p:cNvPr>
          <p:cNvSpPr txBox="1"/>
          <p:nvPr/>
        </p:nvSpPr>
        <p:spPr>
          <a:xfrm>
            <a:off x="128016" y="1988498"/>
            <a:ext cx="6126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 dirty="0">
                <a:solidFill>
                  <a:srgbClr val="525252"/>
                </a:solidFill>
                <a:latin typeface="Arial"/>
              </a:rPr>
              <a:t>COMPOSIÇÃO: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EE182348-B1E0-4988-A1DB-D5DFA62F4784}"/>
              </a:ext>
            </a:extLst>
          </p:cNvPr>
          <p:cNvSpPr/>
          <p:nvPr/>
        </p:nvSpPr>
        <p:spPr>
          <a:xfrm>
            <a:off x="3093803" y="5413830"/>
            <a:ext cx="2624328" cy="3182112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2E816E4-63B4-4768-8637-C44A8C8EA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12" y="5556392"/>
            <a:ext cx="2474863" cy="289698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5D21AAE-E659-447C-A0B3-46F85B74B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058" y="5556392"/>
            <a:ext cx="2527817" cy="289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4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A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69162"/>
            <a:ext cx="50292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u="sng" dirty="0">
                <a:solidFill>
                  <a:srgbClr val="525252"/>
                </a:solidFill>
                <a:latin typeface="Arial"/>
              </a:rPr>
              <a:t>Pacote Es</a:t>
            </a:r>
            <a:r>
              <a:rPr lang="pt-BR" sz="1800" b="1" u="sng" dirty="0" err="1">
                <a:solidFill>
                  <a:srgbClr val="525252"/>
                </a:solidFill>
                <a:latin typeface="Arial"/>
              </a:rPr>
              <a:t>sencial</a:t>
            </a:r>
            <a:endParaRPr sz="1800" b="1" u="sng" dirty="0">
              <a:solidFill>
                <a:srgbClr val="525252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304872"/>
            <a:ext cx="539496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 dirty="0">
                <a:solidFill>
                  <a:srgbClr val="525252"/>
                </a:solidFill>
                <a:latin typeface="Arial"/>
              </a:rPr>
              <a:t>Valor do </a:t>
            </a:r>
            <a:r>
              <a:rPr sz="1700" b="1" u="sng" dirty="0" err="1">
                <a:solidFill>
                  <a:srgbClr val="525252"/>
                </a:solidFill>
                <a:latin typeface="Arial"/>
              </a:rPr>
              <a:t>investimento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: a </a:t>
            </a:r>
            <a:r>
              <a:rPr sz="1700" b="1" u="sng" dirty="0" err="1">
                <a:solidFill>
                  <a:srgbClr val="525252"/>
                </a:solidFill>
                <a:latin typeface="Arial"/>
              </a:rPr>
              <a:t>partir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 de $</a:t>
            </a:r>
            <a:r>
              <a:rPr lang="pt-BR" sz="1700" b="1" u="sng" dirty="0">
                <a:solidFill>
                  <a:srgbClr val="525252"/>
                </a:solidFill>
                <a:latin typeface="Arial"/>
              </a:rPr>
              <a:t>3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90,00</a:t>
            </a:r>
            <a:r>
              <a:rPr lang="pt-BR" sz="1700" b="1" u="sng" dirty="0">
                <a:solidFill>
                  <a:srgbClr val="525252"/>
                </a:solidFill>
                <a:latin typeface="Arial"/>
              </a:rPr>
              <a:t> + Taxa de deslocamento</a:t>
            </a:r>
            <a:endParaRPr sz="1700" b="1" u="sng" dirty="0">
              <a:solidFill>
                <a:srgbClr val="525252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" y="906127"/>
            <a:ext cx="614476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80" b="0" u="none" dirty="0" err="1">
                <a:solidFill>
                  <a:srgbClr val="525252"/>
                </a:solidFill>
                <a:latin typeface="Arial"/>
              </a:rPr>
              <a:t>Perfeito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 para </a:t>
            </a:r>
            <a:r>
              <a:rPr sz="1580" b="0" u="none" dirty="0" err="1">
                <a:solidFill>
                  <a:srgbClr val="525252"/>
                </a:solidFill>
                <a:latin typeface="Arial"/>
              </a:rPr>
              <a:t>quem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80" b="0" u="none" dirty="0" err="1">
                <a:solidFill>
                  <a:srgbClr val="525252"/>
                </a:solidFill>
                <a:latin typeface="Arial"/>
              </a:rPr>
              <a:t>busca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80" b="0" u="none" dirty="0" err="1">
                <a:solidFill>
                  <a:srgbClr val="525252"/>
                </a:solidFill>
                <a:latin typeface="Arial"/>
              </a:rPr>
              <a:t>uma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80" b="0" u="none" dirty="0" err="1">
                <a:solidFill>
                  <a:srgbClr val="525252"/>
                </a:solidFill>
                <a:latin typeface="Arial"/>
              </a:rPr>
              <a:t>decoração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80" b="0" u="none" dirty="0" err="1">
                <a:solidFill>
                  <a:srgbClr val="525252"/>
                </a:solidFill>
                <a:latin typeface="Arial"/>
              </a:rPr>
              <a:t>linda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, </a:t>
            </a:r>
            <a:r>
              <a:rPr sz="1580" b="0" u="none" dirty="0" err="1">
                <a:solidFill>
                  <a:srgbClr val="525252"/>
                </a:solidFill>
                <a:latin typeface="Arial"/>
              </a:rPr>
              <a:t>prática</a:t>
            </a:r>
            <a:r>
              <a:rPr sz="1580" b="0" u="none" dirty="0">
                <a:solidFill>
                  <a:srgbClr val="525252"/>
                </a:solidFill>
                <a:latin typeface="Arial"/>
              </a:rPr>
              <a:t> e com um</a:t>
            </a:r>
            <a:br>
              <a:rPr dirty="0"/>
            </a:br>
            <a:r>
              <a:rPr dirty="0" err="1"/>
              <a:t>ótimo</a:t>
            </a:r>
            <a:r>
              <a:rPr dirty="0"/>
              <a:t> </a:t>
            </a:r>
            <a:r>
              <a:rPr dirty="0" err="1"/>
              <a:t>custo-benefício</a:t>
            </a:r>
            <a:r>
              <a:rPr dirty="0"/>
              <a:t>. Ideal para </a:t>
            </a:r>
            <a:r>
              <a:rPr dirty="0" err="1"/>
              <a:t>comemorações</a:t>
            </a:r>
            <a:r>
              <a:rPr dirty="0"/>
              <a:t> </a:t>
            </a:r>
            <a:r>
              <a:rPr dirty="0" err="1"/>
              <a:t>menores</a:t>
            </a:r>
            <a:r>
              <a:rPr dirty="0"/>
              <a:t>, mas</a:t>
            </a:r>
            <a:br>
              <a:rPr dirty="0"/>
            </a:br>
            <a:r>
              <a:rPr dirty="0" err="1"/>
              <a:t>cheias</a:t>
            </a:r>
            <a:r>
              <a:rPr dirty="0"/>
              <a:t> de </a:t>
            </a:r>
            <a:r>
              <a:rPr dirty="0" err="1"/>
              <a:t>charme</a:t>
            </a:r>
            <a:r>
              <a:rPr dirty="0"/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764792"/>
            <a:ext cx="6126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>
                <a:solidFill>
                  <a:srgbClr val="525252"/>
                </a:solidFill>
                <a:latin typeface="Arial"/>
              </a:rPr>
              <a:t>COMPOSIÇÃO: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84831"/>
            <a:ext cx="614476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Painel</a:t>
            </a:r>
            <a:r>
              <a:rPr dirty="0"/>
              <a:t> </a:t>
            </a:r>
            <a:r>
              <a:rPr lang="pt-BR" dirty="0"/>
              <a:t>principal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escolhido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Mesa principal </a:t>
            </a:r>
            <a:endParaRPr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1 arco de </a:t>
            </a:r>
            <a:r>
              <a:rPr dirty="0" err="1"/>
              <a:t>balões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lateral do </a:t>
            </a:r>
            <a:r>
              <a:rPr dirty="0" err="1"/>
              <a:t>painel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</a:t>
            </a:r>
            <a:r>
              <a:rPr lang="pt-BR" dirty="0"/>
              <a:t>3</a:t>
            </a:r>
            <a:r>
              <a:rPr dirty="0"/>
              <a:t> cores.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trio de </a:t>
            </a:r>
            <a:r>
              <a:rPr dirty="0" err="1"/>
              <a:t>cilindros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cores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tapete.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bolo </a:t>
            </a:r>
            <a:r>
              <a:rPr dirty="0" err="1"/>
              <a:t>falso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boleira, doceiras e bandejas  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vasos</a:t>
            </a:r>
            <a:r>
              <a:rPr dirty="0"/>
              <a:t> com </a:t>
            </a:r>
            <a:r>
              <a:rPr dirty="0" err="1"/>
              <a:t>arranjo</a:t>
            </a:r>
            <a:r>
              <a:rPr dirty="0"/>
              <a:t> artificial.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displeys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itens</a:t>
            </a:r>
            <a:r>
              <a:rPr dirty="0"/>
              <a:t> </a:t>
            </a:r>
            <a:r>
              <a:rPr dirty="0" err="1"/>
              <a:t>decorativo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montagem</a:t>
            </a:r>
            <a:r>
              <a:rPr dirty="0"/>
              <a:t> e </a:t>
            </a:r>
            <a:r>
              <a:rPr dirty="0" err="1"/>
              <a:t>desmontagem</a:t>
            </a:r>
            <a:endParaRPr lang="pt-BR" dirty="0"/>
          </a:p>
        </p:txBody>
      </p:sp>
      <p:sp>
        <p:nvSpPr>
          <p:cNvPr id="9" name="Rounded Rectangle 8"/>
          <p:cNvSpPr/>
          <p:nvPr/>
        </p:nvSpPr>
        <p:spPr>
          <a:xfrm>
            <a:off x="384048" y="5596128"/>
            <a:ext cx="2624328" cy="3182112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73552" y="5650992"/>
            <a:ext cx="2788920" cy="3090672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5AFD37C-A294-4B3D-B611-BCA942363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13" y="5650992"/>
            <a:ext cx="2404997" cy="309067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EF060FB-3286-4A6F-9DF0-101CAB378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568" y="5677604"/>
            <a:ext cx="2592888" cy="3064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A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12163"/>
            <a:ext cx="5029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u="sng" dirty="0">
                <a:solidFill>
                  <a:srgbClr val="525252"/>
                </a:solidFill>
                <a:latin typeface="Arial"/>
              </a:rPr>
              <a:t>Pacote Especial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4872"/>
            <a:ext cx="539496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 dirty="0">
                <a:solidFill>
                  <a:srgbClr val="525252"/>
                </a:solidFill>
                <a:latin typeface="Arial"/>
              </a:rPr>
              <a:t>Valor do </a:t>
            </a:r>
            <a:r>
              <a:rPr sz="1700" b="1" u="sng" dirty="0" err="1">
                <a:solidFill>
                  <a:srgbClr val="525252"/>
                </a:solidFill>
                <a:latin typeface="Arial"/>
              </a:rPr>
              <a:t>investimento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 a </a:t>
            </a:r>
            <a:r>
              <a:rPr sz="1700" b="1" u="sng" dirty="0" err="1">
                <a:solidFill>
                  <a:srgbClr val="525252"/>
                </a:solidFill>
                <a:latin typeface="Arial"/>
              </a:rPr>
              <a:t>partir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 de: $</a:t>
            </a:r>
            <a:r>
              <a:rPr lang="pt-BR" sz="1700" b="1" u="sng" dirty="0">
                <a:solidFill>
                  <a:srgbClr val="525252"/>
                </a:solidFill>
                <a:latin typeface="Arial"/>
              </a:rPr>
              <a:t>4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90,00</a:t>
            </a:r>
            <a:r>
              <a:rPr lang="pt-BR" sz="1700" b="1" u="sng" dirty="0">
                <a:solidFill>
                  <a:srgbClr val="525252"/>
                </a:solidFill>
                <a:latin typeface="Arial"/>
              </a:rPr>
              <a:t> + Taxa de deslocamento</a:t>
            </a:r>
            <a:endParaRPr sz="1700" b="1" u="sng" dirty="0">
              <a:solidFill>
                <a:srgbClr val="525252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" y="896112"/>
            <a:ext cx="614476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80" b="0" u="none">
                <a:solidFill>
                  <a:srgbClr val="525252"/>
                </a:solidFill>
                <a:latin typeface="Arial"/>
              </a:rPr>
              <a:t>Perfeito para quem deseja uma experiência completa, com mais</a:t>
            </a:r>
            <a:br/>
            <a:r>
              <a:t>elementos decorativos, detalhes personalizados e aquele toque</a:t>
            </a:r>
            <a:br/>
            <a:r>
              <a:t>especial que transforma o ambiente.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764792"/>
            <a:ext cx="6126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>
                <a:solidFill>
                  <a:srgbClr val="525252"/>
                </a:solidFill>
                <a:latin typeface="Arial"/>
              </a:rPr>
              <a:t>COMPOSIÇÃO: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84831"/>
            <a:ext cx="6144768" cy="3273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Painel</a:t>
            </a:r>
            <a:r>
              <a:rPr lang="pt-BR" dirty="0"/>
              <a:t> principal do tema escolhido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Painel</a:t>
            </a:r>
            <a:r>
              <a:rPr dirty="0"/>
              <a:t> </a:t>
            </a:r>
            <a:r>
              <a:rPr lang="pt-BR" dirty="0"/>
              <a:t>romano lateral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1 arco de </a:t>
            </a:r>
            <a:r>
              <a:rPr dirty="0" err="1"/>
              <a:t>balões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</a:t>
            </a:r>
            <a:r>
              <a:rPr dirty="0" err="1"/>
              <a:t>chão</a:t>
            </a:r>
            <a:r>
              <a:rPr dirty="0"/>
              <a:t> do </a:t>
            </a:r>
            <a:r>
              <a:rPr dirty="0" err="1"/>
              <a:t>painel</a:t>
            </a:r>
            <a:r>
              <a:rPr dirty="0"/>
              <a:t> com </a:t>
            </a:r>
            <a:r>
              <a:rPr dirty="0" err="1"/>
              <a:t>até</a:t>
            </a:r>
            <a:r>
              <a:rPr dirty="0"/>
              <a:t> 3 cores.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trio de </a:t>
            </a:r>
            <a:r>
              <a:rPr dirty="0" err="1"/>
              <a:t>cilindros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cores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mesa </a:t>
            </a:r>
            <a:r>
              <a:rPr dirty="0" err="1"/>
              <a:t>cômoda</a:t>
            </a:r>
            <a:endParaRPr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móvel</a:t>
            </a:r>
            <a:r>
              <a:rPr dirty="0"/>
              <a:t> </a:t>
            </a:r>
            <a:r>
              <a:rPr dirty="0" err="1"/>
              <a:t>decorativo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tapete.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bolo </a:t>
            </a:r>
            <a:r>
              <a:rPr dirty="0" err="1"/>
              <a:t>falso</a:t>
            </a:r>
            <a:r>
              <a:rPr dirty="0"/>
              <a:t>. </a:t>
            </a:r>
            <a:endParaRPr lang="pt-BR"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boleira, doceiras e bandejas  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vasos</a:t>
            </a:r>
            <a:r>
              <a:rPr dirty="0"/>
              <a:t> com </a:t>
            </a:r>
            <a:r>
              <a:rPr dirty="0" err="1"/>
              <a:t>arranjo</a:t>
            </a:r>
            <a:r>
              <a:rPr dirty="0"/>
              <a:t> artificial.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displeys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itens</a:t>
            </a:r>
            <a:r>
              <a:rPr dirty="0"/>
              <a:t> </a:t>
            </a:r>
            <a:r>
              <a:rPr dirty="0" err="1"/>
              <a:t>decorativo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montagem</a:t>
            </a:r>
            <a:r>
              <a:rPr dirty="0"/>
              <a:t> e </a:t>
            </a:r>
            <a:r>
              <a:rPr dirty="0" err="1"/>
              <a:t>desmontagem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37744" y="5599134"/>
            <a:ext cx="3017520" cy="2923074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5599134"/>
            <a:ext cx="2816352" cy="2923074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5A12AAA-0A0B-42B1-A579-B7A276194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77" y="5599134"/>
            <a:ext cx="2818355" cy="292307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93664887-3BA8-408C-A669-B93A9E1B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828" y="5599134"/>
            <a:ext cx="2569845" cy="2923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A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4440" y="73152"/>
            <a:ext cx="5029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u="sng">
                <a:solidFill>
                  <a:srgbClr val="525252"/>
                </a:solidFill>
                <a:latin typeface="Arial"/>
              </a:rPr>
              <a:t>Pacote Inesquecível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4872"/>
            <a:ext cx="539496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 dirty="0">
                <a:solidFill>
                  <a:srgbClr val="525252"/>
                </a:solidFill>
                <a:latin typeface="Arial"/>
              </a:rPr>
              <a:t>Valor do </a:t>
            </a:r>
            <a:r>
              <a:rPr sz="1700" b="1" u="sng" dirty="0" err="1">
                <a:solidFill>
                  <a:srgbClr val="525252"/>
                </a:solidFill>
                <a:latin typeface="Arial"/>
              </a:rPr>
              <a:t>investimento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 a </a:t>
            </a:r>
            <a:r>
              <a:rPr sz="1700" b="1" u="sng" dirty="0" err="1">
                <a:solidFill>
                  <a:srgbClr val="525252"/>
                </a:solidFill>
                <a:latin typeface="Arial"/>
              </a:rPr>
              <a:t>partir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 de: $</a:t>
            </a:r>
            <a:r>
              <a:rPr lang="pt-BR" sz="1700" b="1" u="sng" dirty="0">
                <a:solidFill>
                  <a:srgbClr val="525252"/>
                </a:solidFill>
                <a:latin typeface="Arial"/>
              </a:rPr>
              <a:t>6</a:t>
            </a:r>
            <a:r>
              <a:rPr sz="1700" b="1" u="sng" dirty="0">
                <a:solidFill>
                  <a:srgbClr val="525252"/>
                </a:solidFill>
                <a:latin typeface="Arial"/>
              </a:rPr>
              <a:t>90,00</a:t>
            </a:r>
            <a:r>
              <a:rPr lang="pt-BR" sz="1700" b="1" u="sng" dirty="0">
                <a:solidFill>
                  <a:srgbClr val="525252"/>
                </a:solidFill>
                <a:latin typeface="Arial"/>
              </a:rPr>
              <a:t> + Taxa de deslocamento </a:t>
            </a:r>
            <a:endParaRPr sz="1700" b="1" u="sng" dirty="0">
              <a:solidFill>
                <a:srgbClr val="525252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" y="896112"/>
            <a:ext cx="614476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80" b="0" u="none">
                <a:solidFill>
                  <a:srgbClr val="525252"/>
                </a:solidFill>
                <a:latin typeface="Arial"/>
              </a:rPr>
              <a:t>Perfeito para quem deseja uma experiência completa, com mais</a:t>
            </a:r>
            <a:br/>
            <a:r>
              <a:t>detalhes e elementos para quem quer encantar em grande estilo.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764792"/>
            <a:ext cx="6126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u="sng">
                <a:solidFill>
                  <a:srgbClr val="525252"/>
                </a:solidFill>
                <a:latin typeface="Arial"/>
              </a:rPr>
              <a:t>COMPOSIÇÃO: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084831"/>
            <a:ext cx="6144768" cy="354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Trio de </a:t>
            </a:r>
            <a:r>
              <a:rPr dirty="0" err="1"/>
              <a:t>Painéis</a:t>
            </a:r>
            <a:r>
              <a:rPr lang="pt-BR" dirty="0"/>
              <a:t> do tema 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Led numérico ou </a:t>
            </a:r>
            <a:r>
              <a:rPr lang="pt-BR" dirty="0" err="1"/>
              <a:t>Happy</a:t>
            </a:r>
            <a:endParaRPr lang="pt-BR"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Móvel para lembrancinhas</a:t>
            </a:r>
            <a:endParaRPr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2 arcos de </a:t>
            </a:r>
            <a:r>
              <a:rPr dirty="0" err="1"/>
              <a:t>balões</a:t>
            </a:r>
            <a:r>
              <a:rPr lang="pt-BR" dirty="0"/>
              <a:t> do painel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</a:t>
            </a:r>
            <a:r>
              <a:rPr dirty="0" err="1"/>
              <a:t>chão</a:t>
            </a:r>
            <a:r>
              <a:rPr dirty="0"/>
              <a:t> com </a:t>
            </a:r>
            <a:r>
              <a:rPr dirty="0" err="1"/>
              <a:t>até</a:t>
            </a:r>
            <a:r>
              <a:rPr dirty="0"/>
              <a:t> 3 cores.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cilindros</a:t>
            </a:r>
            <a:r>
              <a:rPr dirty="0"/>
              <a:t> </a:t>
            </a:r>
            <a:r>
              <a:rPr dirty="0" err="1"/>
              <a:t>nas</a:t>
            </a:r>
            <a:r>
              <a:rPr dirty="0"/>
              <a:t> cores do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acrílicos</a:t>
            </a:r>
            <a:endParaRPr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mesa e </a:t>
            </a:r>
            <a:r>
              <a:rPr dirty="0" err="1"/>
              <a:t>aparadores</a:t>
            </a:r>
            <a:endParaRPr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tapete.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bolo </a:t>
            </a:r>
            <a:r>
              <a:rPr dirty="0" err="1"/>
              <a:t>falso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boleira</a:t>
            </a:r>
            <a:r>
              <a:rPr lang="pt-BR" dirty="0"/>
              <a:t>, doceiras e bandejas  </a:t>
            </a:r>
            <a:endParaRPr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vasos</a:t>
            </a:r>
            <a:r>
              <a:rPr dirty="0"/>
              <a:t> com </a:t>
            </a:r>
            <a:r>
              <a:rPr dirty="0" err="1"/>
              <a:t>arranjo</a:t>
            </a:r>
            <a:r>
              <a:rPr dirty="0"/>
              <a:t> artificial.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displeys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itens</a:t>
            </a:r>
            <a:r>
              <a:rPr dirty="0"/>
              <a:t> </a:t>
            </a:r>
            <a:r>
              <a:rPr dirty="0" err="1"/>
              <a:t>decorativo</a:t>
            </a:r>
            <a:r>
              <a:rPr dirty="0"/>
              <a:t> do </a:t>
            </a:r>
            <a:r>
              <a:rPr dirty="0" err="1"/>
              <a:t>tema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montagem</a:t>
            </a:r>
            <a:r>
              <a:rPr dirty="0"/>
              <a:t> e </a:t>
            </a:r>
            <a:r>
              <a:rPr dirty="0" err="1"/>
              <a:t>desmontagem</a:t>
            </a:r>
            <a:endParaRPr lang="pt-BR" dirty="0"/>
          </a:p>
          <a:p>
            <a:pPr>
              <a:spcAft>
                <a:spcPts val="200"/>
              </a:spcAft>
              <a:defRPr sz="1570">
                <a:solidFill>
                  <a:srgbClr val="525252"/>
                </a:solidFill>
                <a:latin typeface="Arial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69291" y="5464660"/>
            <a:ext cx="3085973" cy="2644634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51987" y="5464659"/>
            <a:ext cx="2761488" cy="2644635"/>
          </a:xfrm>
          <a:prstGeom prst="round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0381581-E809-4F2D-A501-1A226B50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0" y="5625800"/>
            <a:ext cx="3085973" cy="234859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82C3E19-2B74-43FC-9F28-DC9D95387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822" y="5612681"/>
            <a:ext cx="2811653" cy="2348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A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" y="2474378"/>
            <a:ext cx="632764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70" b="0" u="none" dirty="0">
                <a:solidFill>
                  <a:srgbClr val="525252"/>
                </a:solidFill>
                <a:latin typeface="Arial"/>
              </a:rPr>
              <a:t>E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tem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mais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: se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quiser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,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você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pode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personalizar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ainda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mais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o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seu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70" b="0" u="none" dirty="0" err="1">
                <a:solidFill>
                  <a:srgbClr val="525252"/>
                </a:solidFill>
                <a:latin typeface="Arial"/>
              </a:rPr>
              <a:t>pacote</a:t>
            </a:r>
            <a:r>
              <a:rPr sz="1570" b="0" u="none" dirty="0">
                <a:solidFill>
                  <a:srgbClr val="525252"/>
                </a:solidFill>
                <a:latin typeface="Arial"/>
              </a:rPr>
              <a:t>!</a:t>
            </a:r>
            <a:br>
              <a:rPr dirty="0"/>
            </a:br>
            <a:r>
              <a:rPr dirty="0" err="1"/>
              <a:t>Temos</a:t>
            </a:r>
            <a:r>
              <a:rPr dirty="0"/>
              <a:t> </a:t>
            </a:r>
            <a:r>
              <a:rPr dirty="0" err="1"/>
              <a:t>itens</a:t>
            </a:r>
            <a:r>
              <a:rPr dirty="0"/>
              <a:t> </a:t>
            </a:r>
            <a:r>
              <a:rPr dirty="0" err="1"/>
              <a:t>adicionais</a:t>
            </a:r>
            <a:r>
              <a:rPr dirty="0"/>
              <a:t> </a:t>
            </a:r>
            <a:r>
              <a:rPr dirty="0" err="1"/>
              <a:t>disponíveis</a:t>
            </a:r>
            <a:r>
              <a:rPr dirty="0"/>
              <a:t> para </a:t>
            </a:r>
            <a:r>
              <a:rPr dirty="0" err="1"/>
              <a:t>incluir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decoração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" y="3691204"/>
            <a:ext cx="6126480" cy="241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dirty="0" err="1"/>
              <a:t>Painel</a:t>
            </a:r>
            <a:r>
              <a:rPr dirty="0"/>
              <a:t> extra</a:t>
            </a:r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lang="pt-BR" dirty="0"/>
              <a:t>Letreiro, numerais</a:t>
            </a:r>
            <a:r>
              <a:rPr dirty="0"/>
              <a:t> de led</a:t>
            </a:r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lang="pt-BR" dirty="0"/>
              <a:t>M</a:t>
            </a:r>
            <a:r>
              <a:rPr dirty="0" err="1"/>
              <a:t>esa</a:t>
            </a:r>
            <a:r>
              <a:rPr lang="pt-BR" dirty="0"/>
              <a:t>,</a:t>
            </a:r>
            <a:r>
              <a:rPr dirty="0"/>
              <a:t> </a:t>
            </a:r>
            <a:r>
              <a:rPr dirty="0" err="1"/>
              <a:t>cômoda</a:t>
            </a:r>
            <a:r>
              <a:rPr dirty="0"/>
              <a:t> </a:t>
            </a:r>
            <a:endParaRPr lang="pt-BR" dirty="0"/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lang="pt-BR" dirty="0"/>
              <a:t>C</a:t>
            </a:r>
            <a:r>
              <a:rPr dirty="0" err="1"/>
              <a:t>ilindro</a:t>
            </a:r>
            <a:r>
              <a:rPr dirty="0"/>
              <a:t> </a:t>
            </a:r>
            <a:r>
              <a:rPr dirty="0" err="1"/>
              <a:t>acrílico</a:t>
            </a:r>
            <a:endParaRPr dirty="0"/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lang="pt-BR" dirty="0"/>
              <a:t>B</a:t>
            </a:r>
            <a:r>
              <a:rPr dirty="0" err="1"/>
              <a:t>alões</a:t>
            </a:r>
            <a:r>
              <a:rPr dirty="0"/>
              <a:t> bubbles e big</a:t>
            </a:r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dirty="0"/>
              <a:t>•  </a:t>
            </a:r>
            <a:r>
              <a:rPr lang="pt-BR" dirty="0"/>
              <a:t>D</a:t>
            </a:r>
            <a:r>
              <a:rPr dirty="0" err="1"/>
              <a:t>ecoração</a:t>
            </a:r>
            <a:r>
              <a:rPr lang="pt-BR" dirty="0"/>
              <a:t> em</a:t>
            </a:r>
            <a:r>
              <a:rPr dirty="0"/>
              <a:t>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personalizad</a:t>
            </a:r>
            <a:endParaRPr lang="pt-BR" dirty="0"/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Móvel para lembrancinhas</a:t>
            </a:r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r>
              <a:rPr lang="pt-BR" dirty="0"/>
              <a:t>•  Cubo Baby</a:t>
            </a:r>
          </a:p>
          <a:p>
            <a:pPr>
              <a:spcAft>
                <a:spcPts val="200"/>
              </a:spcAft>
              <a:defRPr sz="1530">
                <a:solidFill>
                  <a:srgbClr val="525252"/>
                </a:solidFill>
                <a:latin typeface="Arial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" y="6107763"/>
            <a:ext cx="61447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40" b="0" u="none" dirty="0" err="1">
                <a:solidFill>
                  <a:srgbClr val="525252"/>
                </a:solidFill>
                <a:latin typeface="Arial"/>
              </a:rPr>
              <a:t>Cada</a:t>
            </a:r>
            <a:r>
              <a:rPr sz="1540" b="0" u="none" dirty="0">
                <a:solidFill>
                  <a:srgbClr val="525252"/>
                </a:solidFill>
                <a:latin typeface="Arial"/>
              </a:rPr>
              <a:t> item extra </a:t>
            </a:r>
            <a:r>
              <a:rPr sz="1540" b="0" u="none" dirty="0" err="1">
                <a:solidFill>
                  <a:srgbClr val="525252"/>
                </a:solidFill>
                <a:latin typeface="Arial"/>
              </a:rPr>
              <a:t>tem</a:t>
            </a:r>
            <a:r>
              <a:rPr sz="1540" b="0" u="none" dirty="0">
                <a:solidFill>
                  <a:srgbClr val="525252"/>
                </a:solidFill>
                <a:latin typeface="Arial"/>
              </a:rPr>
              <a:t> valor à </a:t>
            </a:r>
            <a:r>
              <a:rPr sz="1540" b="0" u="none" dirty="0" err="1">
                <a:solidFill>
                  <a:srgbClr val="525252"/>
                </a:solidFill>
                <a:latin typeface="Arial"/>
              </a:rPr>
              <a:t>parte</a:t>
            </a:r>
            <a:r>
              <a:rPr sz="1540" b="0" u="none" dirty="0">
                <a:solidFill>
                  <a:srgbClr val="525252"/>
                </a:solidFill>
                <a:latin typeface="Arial"/>
              </a:rPr>
              <a:t>, e </a:t>
            </a:r>
            <a:r>
              <a:rPr sz="1540" b="0" u="none" dirty="0" err="1">
                <a:solidFill>
                  <a:srgbClr val="525252"/>
                </a:solidFill>
                <a:latin typeface="Arial"/>
              </a:rPr>
              <a:t>você</a:t>
            </a:r>
            <a:r>
              <a:rPr sz="154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40" b="0" u="none" dirty="0" err="1">
                <a:solidFill>
                  <a:srgbClr val="525252"/>
                </a:solidFill>
                <a:latin typeface="Arial"/>
              </a:rPr>
              <a:t>escolhe</a:t>
            </a:r>
            <a:r>
              <a:rPr sz="1540" b="0" u="none" dirty="0">
                <a:solidFill>
                  <a:srgbClr val="525252"/>
                </a:solidFill>
                <a:latin typeface="Arial"/>
              </a:rPr>
              <a:t> o que </a:t>
            </a:r>
            <a:r>
              <a:rPr sz="1540" b="0" u="none" dirty="0" err="1">
                <a:solidFill>
                  <a:srgbClr val="525252"/>
                </a:solidFill>
                <a:latin typeface="Arial"/>
              </a:rPr>
              <a:t>faz</a:t>
            </a:r>
            <a:r>
              <a:rPr sz="154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40" b="0" u="none" dirty="0" err="1">
                <a:solidFill>
                  <a:srgbClr val="525252"/>
                </a:solidFill>
                <a:latin typeface="Arial"/>
              </a:rPr>
              <a:t>sentido</a:t>
            </a:r>
            <a:br>
              <a:rPr dirty="0"/>
            </a:br>
            <a:r>
              <a:rPr dirty="0"/>
              <a:t>para 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sonho</a:t>
            </a:r>
            <a:r>
              <a:rPr dirty="0"/>
              <a:t> e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orçamento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" y="6954237"/>
            <a:ext cx="629107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10" b="0" u="none" dirty="0" err="1">
                <a:solidFill>
                  <a:srgbClr val="525252"/>
                </a:solidFill>
                <a:latin typeface="Arial"/>
              </a:rPr>
              <a:t>Cada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pacote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pode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ser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adaptado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ao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tema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da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sua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festa e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ao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seu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510" b="0" u="none" dirty="0" err="1">
                <a:solidFill>
                  <a:srgbClr val="525252"/>
                </a:solidFill>
                <a:latin typeface="Arial"/>
              </a:rPr>
              <a:t>sonho</a:t>
            </a:r>
            <a:r>
              <a:rPr sz="1510" b="0" u="none" dirty="0">
                <a:solidFill>
                  <a:srgbClr val="525252"/>
                </a:solidFill>
                <a:latin typeface="Arial"/>
              </a:rPr>
              <a:t>!</a:t>
            </a:r>
            <a:br>
              <a:rPr dirty="0"/>
            </a:br>
            <a:r>
              <a:rPr dirty="0" err="1"/>
              <a:t>Ficou</a:t>
            </a:r>
            <a:r>
              <a:rPr dirty="0"/>
              <a:t> com </a:t>
            </a:r>
            <a:r>
              <a:rPr dirty="0" err="1"/>
              <a:t>dúvidas</a:t>
            </a:r>
            <a:r>
              <a:rPr dirty="0"/>
              <a:t>? </a:t>
            </a:r>
            <a:r>
              <a:rPr dirty="0" err="1"/>
              <a:t>Fale</a:t>
            </a:r>
            <a:r>
              <a:rPr dirty="0"/>
              <a:t> com a </a:t>
            </a:r>
            <a:r>
              <a:rPr dirty="0" err="1"/>
              <a:t>gente</a:t>
            </a:r>
            <a:r>
              <a:rPr dirty="0"/>
              <a:t> e </a:t>
            </a:r>
            <a:r>
              <a:rPr dirty="0" err="1"/>
              <a:t>vamos</a:t>
            </a:r>
            <a:r>
              <a:rPr dirty="0"/>
              <a:t> </a:t>
            </a:r>
            <a:r>
              <a:rPr dirty="0" err="1"/>
              <a:t>montar</a:t>
            </a:r>
            <a:r>
              <a:rPr dirty="0"/>
              <a:t> </a:t>
            </a:r>
            <a:r>
              <a:rPr dirty="0" err="1"/>
              <a:t>juntos</a:t>
            </a:r>
            <a:r>
              <a:rPr dirty="0"/>
              <a:t> a </a:t>
            </a:r>
            <a:r>
              <a:rPr dirty="0" err="1"/>
              <a:t>melhor</a:t>
            </a:r>
            <a:br>
              <a:rPr dirty="0"/>
            </a:br>
            <a:r>
              <a:rPr dirty="0" err="1"/>
              <a:t>opção</a:t>
            </a:r>
            <a:r>
              <a:rPr dirty="0"/>
              <a:t> para 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grande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8143631"/>
            <a:ext cx="61996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80" b="0" u="none" dirty="0">
                <a:solidFill>
                  <a:srgbClr val="525252"/>
                </a:solidFill>
                <a:latin typeface="Arial"/>
              </a:rPr>
              <a:t>Entre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em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contato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 e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descubra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 a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combinação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perfeita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 para o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seu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 </a:t>
            </a:r>
            <a:r>
              <a:rPr sz="1380" b="0" u="none" dirty="0" err="1">
                <a:solidFill>
                  <a:srgbClr val="525252"/>
                </a:solidFill>
                <a:latin typeface="Arial"/>
              </a:rPr>
              <a:t>evento</a:t>
            </a:r>
            <a:r>
              <a:rPr sz="1380" b="0" u="none" dirty="0">
                <a:solidFill>
                  <a:srgbClr val="525252"/>
                </a:solidFill>
                <a:latin typeface="Arial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380350"/>
            <a:ext cx="46634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br>
              <a:rPr dirty="0"/>
            </a:br>
            <a:r>
              <a:rPr dirty="0"/>
              <a:t>💬  WhatsApp </a:t>
            </a:r>
            <a:r>
              <a:rPr lang="pt-BR" dirty="0"/>
              <a:t>(</a:t>
            </a:r>
            <a:r>
              <a:rPr dirty="0"/>
              <a:t>17</a:t>
            </a:r>
            <a:r>
              <a:rPr lang="pt-BR" dirty="0"/>
              <a:t>) 99186-0889</a:t>
            </a:r>
            <a:endParaRPr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47DF3A1-7835-42CF-9E45-706FFEFE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" y="-1"/>
            <a:ext cx="6492494" cy="221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677</Words>
  <Application>Microsoft Office PowerPoint</Application>
  <PresentationFormat>Personalizar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Windows    10</dc:creator>
  <cp:keywords/>
  <dc:description>generated using python-pptx</dc:description>
  <cp:lastModifiedBy>Windows    10</cp:lastModifiedBy>
  <cp:revision>2</cp:revision>
  <dcterms:created xsi:type="dcterms:W3CDTF">2013-01-27T09:14:16Z</dcterms:created>
  <dcterms:modified xsi:type="dcterms:W3CDTF">2026-09-17T01:13:06Z</dcterms:modified>
  <cp:category/>
</cp:coreProperties>
</file>